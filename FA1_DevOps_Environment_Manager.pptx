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FA1 – DevOps Environment Manager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Student: Vijay Dhame | Practical Examination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Demonstrates Git‑based IaC with Terraform</a:t>
            </a:r>
          </a:p>
          <a:p>
            <a:r>
              <a:t>• Multi‑environment Docker deployment (QA, UAT, PROD)</a:t>
            </a:r>
          </a:p>
          <a:p>
            <a:r>
              <a:t>• FastAPI backend &amp; React/Vite frontend</a:t>
            </a:r>
          </a:p>
          <a:p>
            <a:r>
              <a:t>• Isolated Docker networks &amp; state per environment</a:t>
            </a:r>
          </a:p>
          <a:p>
            <a:r>
              <a:t>• End‑to‑end verification scripts and documentation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[Architecture diagram – replace with actual image]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Build Docker images (backend &amp; frontend)</a:t>
            </a:r>
          </a:p>
          <a:p>
            <a:r>
              <a:t>2. Initialise Terraform (providers, plugins)</a:t>
            </a:r>
          </a:p>
          <a:p>
            <a:r>
              <a:t>3. Select workspace (qa/uat/prod) and apply tfvars</a:t>
            </a:r>
          </a:p>
          <a:p>
            <a:r>
              <a:t>4. Terraform creates network, containers, port mappings</a:t>
            </a:r>
          </a:p>
          <a:p>
            <a:r>
              <a:t>5. Verify containers via health endpoints (localhost ports)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Backend health: http://localhost:&lt;backend_port&gt;/health</a:t>
            </a:r>
          </a:p>
          <a:p>
            <a:r>
              <a:t>• Frontend UI reachable on &lt;frontend_port&gt;</a:t>
            </a:r>
          </a:p>
          <a:p>
            <a:r>
              <a:t>• Dashboard shows status of each environment</a:t>
            </a:r>
          </a:p>
          <a:p>
            <a:r>
              <a:t>• Automated pytest suite validates API responses</a:t>
            </a:r>
          </a:p>
          <a:p>
            <a:r>
              <a:t>• Docker ps shows six containers running concurrently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Preparation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Explain IaC benefits and Terraform workspaces</a:t>
            </a:r>
          </a:p>
          <a:p>
            <a:r>
              <a:t>- Describe Docker network isolation and port mapping</a:t>
            </a:r>
          </a:p>
          <a:p>
            <a:r>
              <a:t>- Walk through FastAPI endpoints and React components</a:t>
            </a:r>
          </a:p>
          <a:p>
            <a:r>
              <a:t>- Show how to run `terraform init`, `apply`, `destroy`</a:t>
            </a:r>
          </a:p>
          <a:p>
            <a:r>
              <a:t>- Discuss CI/CD considerations and future extensions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